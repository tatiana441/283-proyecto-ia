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Saludo. Somos [equipo]. MediWatch responde una pregunta que hoy nadie puede responder facil: ¿este medicamento va a escasear y cuanto deberia costar?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autorizacion de importacion excepcional de INVIMA es una senal directa de que el mercado local no esta supliendo un medicamento.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en vivo al final. Todo con datos 100% oficiales y abiertos.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Punto Big Data: procesamos 23M de filas con Spark. Punto honestidad: el 'sin match' del cruce ES el fenomeno - los vitales no disponibles no tienen registro vigente.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Pipeline reproducible con un comando. Supabase con RLS. FastAPI con Swagger. React con Supabase Auth. Cron semanal en GitHub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 fuga temporal: entrenamos hasta el corte y probamos en los 3 meses siguientes. La precision@20 es la metrica accionable: si un tomador de decision mira el top-20, casi todos son aciertos.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nivel avanzado pide bias tests: los tenemos automatizados y corren en cada push.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Ejemplo real: '¿que riesgo tiene el metotrexato?' -&gt; score 56,3 alto, ultima autorizacion dic-2025 de Blau Farmaceutica, con fuentes. Todo verificable contra datos.gov.co.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Dos perfiles de problema publico distintos: enfermedades raras y esenciales masivos.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el wifi falla: capturas de respaldo en el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Transparencia como argumento: las metricas desfavorables tambien estan versionadas en el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600" b="1">
                <a:solidFill>
                  <a:srgbClr val="1E40AF"/>
                </a:solidFill>
              </a:defRPr>
            </a:pPr>
            <a:r>
              <a:t>MediWatch</a:t>
            </a:r>
          </a:p>
          <a:p>
            <a:pPr>
              <a:defRPr sz="2400">
                <a:solidFill>
                  <a:srgbClr val="475569"/>
                </a:solidFill>
              </a:defRPr>
            </a:pPr>
            <a:r>
              <a:t>IA con datos abiertos para anticipar el desabastecimiento de medicamentos en Colombia</a:t>
            </a:r>
          </a:p>
          <a:p>
            <a:br/>
            <a:pPr>
              <a:defRPr sz="1600">
                <a:solidFill>
                  <a:srgbClr val="475569"/>
                </a:solidFill>
              </a:defRPr>
            </a:pPr>
            <a:r>
              <a:t>Datos al Ecosistema 2026 — Reto de salud · Nivel Avanzado · [IdEquipo]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Colombia registra desabastecimientos recurrentes de medicamentos vitales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La informacion oficial EXISTE pero esta fragmentada en 4 sistemas sin llaves comunes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Hallazgo verificado: la 'llave' IUM del catalogo CUM esta 100% vacia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Ni pacientes ni IPS pueden anticipar escasez ni validar precios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La solución: MediWatch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Score de riesgo de desabastecimiento 0-100, interpretable y validado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Precios integrados: techo regulado vigente + historico SISMED etiquetado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Asistente conversacional que SOLO responde con datos y cita sus fuentes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App web publica con actualizacion automatica semanal desde datos.gov.co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4 datasets oficiales (datos.gov.co)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CUM Vigentes - INVIMA: 157.000 filas (catalogo, 9.655 productos)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Vitales No Disponibles - INVIMA: 10.500 autorizaciones (motor del riesgo, crece ~940/mes)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SISMED - MinSalud: 23 MILLONES de registros compactados con Spark a 3,7M (precios 2017-2019)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Precios Maximos - CNPMDM: 38.600 techos vigentes (Circular 19/2024)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Integracion sin llave directa: match difuso por principio activo (cascada exacto-&gt;fuzzy-&gt;componentes)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Arquitectura</a:t>
            </a:r>
          </a:p>
        </p:txBody>
      </p:sp>
      <p:pic>
        <p:nvPicPr>
          <p:cNvPr id="3" name="Picture 2" descr="arquitectura_sist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371600"/>
            <a:ext cx="8869680" cy="50880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Modelo de riesgo con métricas verificables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035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Score compuesto 0-100: frecuencia (0,35) + tendencia (0,25) + recencia (0,20) + amplitud (0,10) + urgencia (0,10)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Interpretable por diseno: cada score expone sus factores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Validacion: regresion logistica con BACKTEST TEMPORAL en 4 cortes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AUC promedio 0,787  ·  precision@20 = 0,988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De los 20 PA que senala el modelo, el 99% registro solicitudes en los 3 meses siguientes</a:t>
            </a:r>
          </a:p>
        </p:txBody>
      </p:sp>
      <p:pic>
        <p:nvPicPr>
          <p:cNvPr id="4" name="Picture 3" descr="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71600"/>
            <a:ext cx="4937760" cy="39502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Ética y equidad (probadas con tests)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5 bias tests automatizados en CI: el score no discrimina por identidad del medicamento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Los huerfanos (1 solo solicitante) NO quedan invisibilizados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Sin alarmismo: poca historia =&gt; nivel bajo, nunca critico por defecto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Trazabilidad total: sources[] en el chat, factores en cada score, fuente y fecha en cada precio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Sin datos personales; sin consejo medico (prohibido por prompt y verificado por tests)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Asistente de IA con trazabilidad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Agente con tool-calling (OpenRouter): 6 herramientas SQL sobre Supabase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Responde UNICAMENTE con datos recuperados - si no hay datos, lo dice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Cada respuesta cita el dataset oficial y los registros consultados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Decision tecnica: retrieval SQL estructurado, no embeddings - mas preciso para datos tabulares, mas barato y 100% trazable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035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591 principios activos con score de riesgo (155 en alto/critico, corte 2026-04)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El riesgo se concentra en huerfanos (EVINACUMAB, GOLODIRSEN) y esenciales (lidocaina 89,7)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Precios integrados para el 63% del catalogo (regulado solo cubria el 30%)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Hallazgo pais: el 37% de los productos vigentes NO tiene ningun dato publico de precio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36+ tests en verde · pipeline de 3 min · 150 MB en BD</a:t>
            </a:r>
          </a:p>
        </p:txBody>
      </p:sp>
      <p:pic>
        <p:nvPicPr>
          <p:cNvPr id="4" name="Picture 3" descr="distribu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71600"/>
            <a:ext cx="493776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Demo en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1. Registro e inicio de sesion (Supabase Auth)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2. Buscar 'lidocaina' -&gt; score 89,7 critico + factores + precios etiquetados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3. Ranking de alto riesgo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4. Preguntar al asistente y mostrar las fuentes citadas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URL: [dominio Railway]  ·  API/Swagger: [dominio]/docs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Limitaciones honestas y 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SISMED es historico 2017-2019 (siempre etiquetado); el precio vigente es el regulado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La senal de riesgo depende de las importaciones excepcionales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Roadmap: memoria de largo plazo del asistente (pgvector ya instalado), alertas por correo, diccionario INN/DCI para subir el match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Repo: github.com/[IdEquipo]  ·  Demo: [URL Railway]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Pipeline reproducible: python -m src.data_pipeline.run_all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• Equipo: Tatiana · Liliana Forero · [Integrante 3]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